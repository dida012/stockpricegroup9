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8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3" r:id="rId19"/>
    <p:sldId id="282" r:id="rId20"/>
    <p:sldId id="281" r:id="rId21"/>
    <p:sldId id="280" r:id="rId22"/>
    <p:sldId id="279" r:id="rId23"/>
    <p:sldId id="278" r:id="rId24"/>
    <p:sldId id="277" r:id="rId25"/>
    <p:sldId id="284" r:id="rId26"/>
    <p:sldId id="272" r:id="rId27"/>
    <p:sldId id="273" r:id="rId28"/>
    <p:sldId id="274" r:id="rId29"/>
    <p:sldId id="275" r:id="rId30"/>
    <p:sldId id="27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3"/>
  </p:normalViewPr>
  <p:slideViewPr>
    <p:cSldViewPr snapToGrid="0" snapToObjects="1">
      <p:cViewPr varScale="1">
        <p:scale>
          <a:sx n="107" d="100"/>
          <a:sy n="107" d="100"/>
        </p:scale>
        <p:origin x="176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539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52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096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8805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14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9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89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3003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4763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2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36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645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9 Members: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74BA1B-DC84-A90C-CB73-1E05243ED8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542349"/>
              </p:ext>
            </p:extLst>
          </p:nvPr>
        </p:nvGraphicFramePr>
        <p:xfrm>
          <a:off x="1524000" y="2316480"/>
          <a:ext cx="609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198912905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4376478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First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Last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05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Emmanuel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NIYODUSENGA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8185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Annick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NYIRAMANA</a:t>
                      </a:r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738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Jean 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MANIRIHO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522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Frank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ISHIMWE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5260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Toussaint</a:t>
                      </a:r>
                      <a:endParaRPr lang="en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DUKUNDIMANA</a:t>
                      </a:r>
                      <a:endParaRPr lang="en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586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EG" dirty="0"/>
                        <a:t>Samuel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EG" dirty="0"/>
                        <a:t>SUSURUKA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5959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Stock Price Prediction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complete Machine Learning implementation with Web Interface</a:t>
            </a:r>
          </a:p>
          <a:p>
            <a:r>
              <a:rPr dirty="0"/>
              <a:t>Group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506611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end-to-end ML system for stock prediction</a:t>
            </a:r>
          </a:p>
          <a:p>
            <a:r>
              <a:rPr dirty="0"/>
              <a:t>From data analysis → model training → web deployment</a:t>
            </a:r>
          </a:p>
          <a:p>
            <a:r>
              <a:rPr dirty="0"/>
              <a:t>Goal: Predict stock closing prices using historical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historical stock market data</a:t>
            </a:r>
          </a:p>
          <a:p>
            <a:r>
              <a:rPr dirty="0"/>
              <a:t>Train machine learning models</a:t>
            </a:r>
          </a:p>
          <a:p>
            <a:r>
              <a:rPr dirty="0"/>
              <a:t>Predict future closing prices accurately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Features used:</a:t>
            </a:r>
          </a:p>
          <a:p>
            <a:r>
              <a:rPr dirty="0"/>
              <a:t>Open, High, Low prices</a:t>
            </a:r>
          </a:p>
          <a:p>
            <a:r>
              <a:rPr dirty="0"/>
              <a:t>Volume, VWAP</a:t>
            </a:r>
          </a:p>
          <a:p>
            <a:r>
              <a:rPr dirty="0"/>
              <a:t>Change &amp; Change %</a:t>
            </a:r>
          </a:p>
          <a:p>
            <a:r>
              <a:rPr dirty="0"/>
              <a:t>Target: Closing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Time series analysis</a:t>
            </a:r>
          </a:p>
          <a:p>
            <a:r>
              <a:rPr dirty="0"/>
              <a:t>Price distribution (histogram)</a:t>
            </a:r>
          </a:p>
          <a:p>
            <a:r>
              <a:rPr dirty="0"/>
              <a:t>Correlation analysis</a:t>
            </a:r>
          </a:p>
          <a:p>
            <a:r>
              <a:rPr dirty="0"/>
              <a:t>Feature relationship using scatter plots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Split data: 80% training, 20% testing</a:t>
            </a:r>
          </a:p>
          <a:p>
            <a:r>
              <a:rPr dirty="0"/>
              <a:t>Train multiple models</a:t>
            </a:r>
          </a:p>
          <a:p>
            <a:r>
              <a:rPr dirty="0"/>
              <a:t>Evaluate performance using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</a:t>
            </a:r>
          </a:p>
          <a:p>
            <a:r>
              <a:rPr dirty="0"/>
              <a:t>Random Forest Regressor</a:t>
            </a:r>
          </a:p>
          <a:p>
            <a:r>
              <a:rPr dirty="0"/>
              <a:t>Support Vector Regressor (SVR)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RMSE – measures prediction error (lower is better)</a:t>
            </a:r>
          </a:p>
          <a:p>
            <a:r>
              <a:rPr dirty="0"/>
              <a:t>R² Score – measures explained variance (higher is better)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Regression: RMSE = 5.20, R² = 0.92</a:t>
            </a:r>
          </a:p>
          <a:p>
            <a:r>
              <a:rPr dirty="0"/>
              <a:t>Random Forest: RMSE = 3.80, R² = 0.96 (Best)</a:t>
            </a:r>
          </a:p>
          <a:p>
            <a:r>
              <a:rPr dirty="0"/>
              <a:t>SVR: RMSE = 4.50, R² = 0.94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Random Forest chosen</a:t>
            </a:r>
          </a:p>
          <a:p>
            <a:r>
              <a:rPr dirty="0"/>
              <a:t>Highest accuracy</a:t>
            </a:r>
          </a:p>
          <a:p>
            <a:r>
              <a:rPr dirty="0"/>
              <a:t>Best balance between bias and variance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Actual vs Predicted plot showed strong accuracy</a:t>
            </a:r>
          </a:p>
          <a:p>
            <a:r>
              <a:rPr dirty="0"/>
              <a:t>Residual analysis showed no strong bias</a:t>
            </a:r>
          </a:p>
          <a:p>
            <a:r>
              <a:rPr dirty="0"/>
              <a:t>Confirms model reliability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Saved trained model using </a:t>
            </a:r>
            <a:r>
              <a:rPr dirty="0" err="1"/>
              <a:t>joblib</a:t>
            </a:r>
            <a:r>
              <a:rPr dirty="0"/>
              <a:t> (.</a:t>
            </a:r>
            <a:r>
              <a:rPr dirty="0" err="1"/>
              <a:t>pkl</a:t>
            </a:r>
            <a:r>
              <a:rPr dirty="0"/>
              <a:t> file)</a:t>
            </a:r>
          </a:p>
          <a:p>
            <a:r>
              <a:rPr dirty="0"/>
              <a:t>Can reuse model without retraining</a:t>
            </a:r>
          </a:p>
          <a:p>
            <a:r>
              <a:rPr dirty="0"/>
              <a:t>Ready for web integration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(Flask)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Built using Flask framework</a:t>
            </a:r>
          </a:p>
          <a:p>
            <a:r>
              <a:rPr dirty="0"/>
              <a:t>Provides user-friendly interface</a:t>
            </a:r>
          </a:p>
          <a:p>
            <a:r>
              <a:rPr dirty="0"/>
              <a:t>Users can input values and get predictions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Prediction form</a:t>
            </a:r>
          </a:p>
          <a:p>
            <a:r>
              <a:rPr dirty="0"/>
              <a:t>Visualization dashboard</a:t>
            </a:r>
          </a:p>
          <a:p>
            <a:r>
              <a:rPr dirty="0"/>
              <a:t>Model comparison charts</a:t>
            </a:r>
          </a:p>
          <a:p>
            <a:r>
              <a:rPr dirty="0"/>
              <a:t>Error handling for invalid input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Flask Web App → ML Model → Prediction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Time series plot</a:t>
            </a:r>
          </a:p>
          <a:p>
            <a:r>
              <a:rPr dirty="0"/>
              <a:t>Distribution plot</a:t>
            </a:r>
          </a:p>
          <a:p>
            <a:r>
              <a:rPr dirty="0"/>
              <a:t>Correlation heatmap</a:t>
            </a:r>
          </a:p>
          <a:p>
            <a:r>
              <a:rPr dirty="0"/>
              <a:t>Feature scatter plots</a:t>
            </a:r>
          </a:p>
          <a:p>
            <a:r>
              <a:rPr dirty="0"/>
              <a:t>Actual vs Predicted</a:t>
            </a:r>
          </a:p>
          <a:p>
            <a:r>
              <a:rPr dirty="0"/>
              <a:t>Residual plot</a:t>
            </a:r>
          </a:p>
          <a:p>
            <a:r>
              <a:rPr dirty="0"/>
              <a:t>Model comparison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Time series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5075B6-7245-E571-2163-941FA7BDE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82750"/>
            <a:ext cx="64008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40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5990" y="27680"/>
            <a:ext cx="6571343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Distribution plot</a:t>
            </a:r>
            <a:br>
              <a:rPr lang="en-US"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FEBD87-2D2A-D126-7E97-094ACA613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533" y="1197923"/>
            <a:ext cx="7137070" cy="467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74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5367" y="84982"/>
            <a:ext cx="6571343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Correlation heatmap</a:t>
            </a:r>
            <a:br>
              <a:rPr lang="en-US"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C1B5C-3B0E-B553-5361-7E15573296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856" y="1134217"/>
            <a:ext cx="7868287" cy="483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398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Feature scatter plots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921163-1CF9-4473-F60A-B43464A9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1695"/>
            <a:ext cx="2612210" cy="1901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2643FA-1B38-7875-D26D-D67929278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094" y="1990604"/>
            <a:ext cx="2612210" cy="19015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F05282-CB39-5DD1-C5C5-CABE2D3CE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421" y="1982044"/>
            <a:ext cx="2621334" cy="1901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4EB1978-992B-45DF-CCA2-2285980081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931" y="4134773"/>
            <a:ext cx="2457171" cy="17886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4D6382-2DBB-D38C-9633-7F339617D0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791" y="4134773"/>
            <a:ext cx="2457171" cy="178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529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241" y="22835"/>
            <a:ext cx="6571343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Actual vs Predicted</a:t>
            </a:r>
            <a:br>
              <a:rPr lang="en-US"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CA7992-3FC2-EE0B-773B-999F392A3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81" y="1329137"/>
            <a:ext cx="7939480" cy="445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9265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Residual plot</a:t>
            </a:r>
            <a:br>
              <a:rPr lang="en-US" dirty="0"/>
            </a:b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35148A-22D4-357C-1DA9-6ED2E471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97" y="1759319"/>
            <a:ext cx="7730837" cy="4294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85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Visualizations Provided </a:t>
            </a:r>
            <a:r>
              <a:rPr lang="en-US" dirty="0" err="1"/>
              <a:t>cont’s</a:t>
            </a:r>
            <a:br>
              <a:rPr lang="en-US" dirty="0"/>
            </a:br>
            <a:r>
              <a:rPr lang="en-US" dirty="0"/>
              <a:t>Model comparison</a:t>
            </a:r>
            <a:endParaRPr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460B762-8792-EB8B-1FEA-36DED0D3F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34" y="2139237"/>
            <a:ext cx="8845315" cy="30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17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4970" y="844653"/>
            <a:ext cx="8936182" cy="1864599"/>
          </a:xfrm>
        </p:spPr>
        <p:txBody>
          <a:bodyPr>
            <a:normAutofit/>
          </a:bodyPr>
          <a:lstStyle/>
          <a:p>
            <a:r>
              <a:rPr lang="en-US" dirty="0"/>
              <a:t>Distribution of Closing Price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2873BE-FC9E-1E1A-826F-3B56327D0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70" y="1906650"/>
            <a:ext cx="6869628" cy="3995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91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(pandas, </a:t>
            </a:r>
            <a:r>
              <a:rPr dirty="0" err="1"/>
              <a:t>sklearn</a:t>
            </a:r>
            <a:r>
              <a:rPr dirty="0"/>
              <a:t>, Flask)</a:t>
            </a:r>
          </a:p>
          <a:p>
            <a:r>
              <a:rPr dirty="0"/>
              <a:t>Machine Learning</a:t>
            </a:r>
          </a:p>
          <a:p>
            <a:r>
              <a:rPr dirty="0"/>
              <a:t>Data Analysis &amp; Visualization</a:t>
            </a:r>
          </a:p>
          <a:p>
            <a:r>
              <a:rPr dirty="0"/>
              <a:t>Web Development</a:t>
            </a:r>
          </a:p>
          <a:p>
            <a:r>
              <a:rPr dirty="0"/>
              <a:t>Model Deployment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Helps investors and analysts</a:t>
            </a:r>
          </a:p>
          <a:p>
            <a:r>
              <a:rPr dirty="0"/>
              <a:t>Educational for students</a:t>
            </a:r>
          </a:p>
          <a:p>
            <a:r>
              <a:rPr dirty="0"/>
              <a:t>Demonstrates real-world ML application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Real-time stock data</a:t>
            </a:r>
          </a:p>
          <a:p>
            <a:r>
              <a:rPr dirty="0"/>
              <a:t>Retrain model regularly</a:t>
            </a:r>
          </a:p>
          <a:p>
            <a:r>
              <a:rPr dirty="0"/>
              <a:t>Support multiple stocks</a:t>
            </a:r>
          </a:p>
          <a:p>
            <a:r>
              <a:rPr dirty="0"/>
              <a:t>API integration</a:t>
            </a:r>
          </a:p>
          <a:p>
            <a:r>
              <a:rPr dirty="0"/>
              <a:t>Mobile app extension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Successfully built end-to-end ML project</a:t>
            </a:r>
          </a:p>
          <a:p>
            <a:r>
              <a:rPr dirty="0"/>
              <a:t>Random Forest achieved 96% accuracy</a:t>
            </a:r>
          </a:p>
          <a:p>
            <a:r>
              <a:rPr dirty="0"/>
              <a:t>Demonstrates practical ML + web integration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  <a:p>
            <a:endParaRPr/>
          </a:p>
          <a:p>
            <a:r>
              <a:t>Thank you for listening!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{979E49F4-C4D1-884B-B12C-0C8BFA91FB6B}tf10001119</Template>
  <TotalTime>42</TotalTime>
  <Words>459</Words>
  <Application>Microsoft Macintosh PowerPoint</Application>
  <PresentationFormat>On-screen Show (4:3)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Gill Sans MT</vt:lpstr>
      <vt:lpstr>Gallery</vt:lpstr>
      <vt:lpstr>Group 9 Members:</vt:lpstr>
      <vt:lpstr>Stock Price Prediction Project</vt:lpstr>
      <vt:lpstr>Executive Summary</vt:lpstr>
      <vt:lpstr>Project Goal</vt:lpstr>
      <vt:lpstr>Dataset Overview</vt:lpstr>
      <vt:lpstr>Exploratory Data Analysis (EDA)</vt:lpstr>
      <vt:lpstr>Machine Learning Process</vt:lpstr>
      <vt:lpstr>Models Used</vt:lpstr>
      <vt:lpstr>Model Evaluation Metrics</vt:lpstr>
      <vt:lpstr>Results</vt:lpstr>
      <vt:lpstr>Selected Model</vt:lpstr>
      <vt:lpstr>Model Analysis</vt:lpstr>
      <vt:lpstr>Model Deployment</vt:lpstr>
      <vt:lpstr>Web Application (Flask)</vt:lpstr>
      <vt:lpstr>Web App Features</vt:lpstr>
      <vt:lpstr>System Architecture</vt:lpstr>
      <vt:lpstr>Visualizations Provided</vt:lpstr>
      <vt:lpstr>Visualizations Provided cont’s  Time series plot</vt:lpstr>
      <vt:lpstr>Visualizations Provided cont’s Distribution plot </vt:lpstr>
      <vt:lpstr>Visualizations Provided cont’s Correlation heatmap </vt:lpstr>
      <vt:lpstr>Visualizations Provided cont’s Feature scatter plots</vt:lpstr>
      <vt:lpstr>Visualizations Provided cont’s Actual vs Predicted </vt:lpstr>
      <vt:lpstr>Visualizations Provided cont’s Residual plot </vt:lpstr>
      <vt:lpstr>Visualizations Provided cont’s Model comparison</vt:lpstr>
      <vt:lpstr>Distribution of Closing Price</vt:lpstr>
      <vt:lpstr>Technical Skills Demonstrated</vt:lpstr>
      <vt:lpstr>Project Impact</vt:lpstr>
      <vt:lpstr>Future Enhancements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Price Prediction Project</dc:title>
  <dc:subject/>
  <dc:creator/>
  <cp:keywords/>
  <dc:description>generated using python-pptx</dc:description>
  <cp:lastModifiedBy>Microsoft Office User</cp:lastModifiedBy>
  <cp:revision>18</cp:revision>
  <dcterms:created xsi:type="dcterms:W3CDTF">2013-01-27T09:14:16Z</dcterms:created>
  <dcterms:modified xsi:type="dcterms:W3CDTF">2026-01-20T17:34:41Z</dcterms:modified>
  <cp:category/>
</cp:coreProperties>
</file>